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9E8C8B2-80CD-40F0-A412-D2ADA6B772F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D33C87-6225-470C-A8E0-4DC289D19F3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25A1BA-E94C-4785-A183-A4451C131E9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3CC78F-C8B1-47FE-A5B9-2E00C185E2A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EE1816-21F0-4D9C-B9A6-94CFFB1D4DC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BBB3D8-524E-4A3B-AFC3-B25C0DBB0FA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186184-3AE1-495D-B75F-F334535CC7D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8CEED3-773A-46E2-99F5-44B8FE3730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737014-D78D-4FB1-8F5B-604925D205B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396962-76A1-4039-AD75-7D1FAC80234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FFB011-5AEF-4B66-B97A-46124AFC1E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83CCB2-A836-4883-B52C-9A56F77B37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0CC8B3-038F-4207-940B-75B21E78D55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D2FC67-3719-480E-BFE7-CC48FC4C00B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944368-672E-45D0-92ED-308F2757F50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docs.github.com/en/repositories/creating-and-managing-repositories/deleting-a-reposito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486080" y="1747080"/>
            <a:ext cx="6171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400"/>
              </a:lnSpc>
              <a:tabLst>
                <a:tab algn="l" pos="0"/>
              </a:tabLst>
            </a:pPr>
            <a:r>
              <a:rPr b="1" lang="en-US" sz="45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Медицинский Инсайт</a:t>
            </a:r>
            <a:endParaRPr b="0" lang="en-US" sz="4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2597400" y="2585160"/>
            <a:ext cx="394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Аналитический агент на основе LLM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818520" y="3209760"/>
            <a:ext cx="150660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7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Хакатон • Декабрь 2025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Постановка задачи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Создать LLM-агента для анализа медицинских данных Санкт-Петербурга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Выявить закономерности: сезонность, география заболеваемости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Предоставлять инсайты через разговорный интерфейс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Строить прогнозы по временным рядам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Данные и обработка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Исходные таблицы: пациенты, диагнозы, препараты, рецепты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Базовый класс BaseProcessor: load → validate → clean → enrich → save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Специализированные процессоры для каждого датасета (наследование)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Pipeline-оркестрация: CSV → Parquet с логированием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Анализ данных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Сезонность: анализ пиков по месяцам (зима/лето)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География: аномалии по районам (отклонение от среднего &gt;5%)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Демография: возрастные группы и гендерное распределение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Тренды: линейная регрессия, детекция пиков (μ + 1.5σ)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Найденные инсайты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Сезонные тренды: пики заболеваемости октябрь–февраль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Географическое распределение по районам города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Возрастная статистика: средний и медианный возраст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Темпы роста: сравнение с предыдущим годом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609480" y="1249560"/>
            <a:ext cx="7924320" cy="8985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09480" y="2148480"/>
            <a:ext cx="7924320" cy="8985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2"/>
          <p:cNvSpPr/>
          <p:nvPr/>
        </p:nvSpPr>
        <p:spPr>
          <a:xfrm>
            <a:off x="609480" y="3047760"/>
            <a:ext cx="7924320" cy="8985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3"/>
          <p:cNvSpPr/>
          <p:nvPr/>
        </p:nvSpPr>
        <p:spPr>
          <a:xfrm>
            <a:off x="609480" y="3946680"/>
            <a:ext cx="7924320" cy="89856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4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Архитектура решения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800280" y="1440000"/>
            <a:ext cx="769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Frontend: React + TypeScript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800280" y="1744920"/>
            <a:ext cx="7694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Интерфейс чата • Визуализация графиков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800280" y="2339280"/>
            <a:ext cx="769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Backend: FastAPI + LangGraph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800280" y="2643840"/>
            <a:ext cx="7694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LLM-агент • Оркестрация инструментов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800280" y="3238200"/>
            <a:ext cx="769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Tools: search_codes, run_sql, create_chart, forecast_trend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800280" y="3543120"/>
            <a:ext cx="7694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Поиск данных • SQL-запросы • Прогнозирование • Plotly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800280" y="4137120"/>
            <a:ext cx="769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Data Layer: ETL Pipeline + База данных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800280" y="4442040"/>
            <a:ext cx="7694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Обработка данных • Parquet • Аналитика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Инструменты агента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search_codes: FTS-поиск диагнозов МКБ и лекарств (BM25)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run_sql: SQL-запросы к базе данных (пациенты, назначения, препараты)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create_chart: Plotly-визуализация (bar, line, pie)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forecast_trend: Прогноз Prophet+SARIMA с доверительными интервалами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Прогнозирование временных рядов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Ансамбль моделей: Prophet + SARIMAX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Адаптивные веса: 14 дней (70% SARIMA) → 90 дней (70% Prophet)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Автоагрегация данных: день/неделя/месяц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Доверительные интервалы и метрики уверенности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Визуализация и интерфейс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6858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• </a:t>
            </a: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Современный стек - React 19 + TypeScript + Vite для быстрой разработки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• Интерактивные графики - Plotly.js с адаптивной визуализацией данных 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• Чистая архитектура - модульная структура с Zustand для управления состоянием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• Неплохой UX - адаптивный дизайн, сворачиваемая боковая панель, модальные окна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• Готовность к продакшену - типобезопасность, оптимизированный бандл, легкая интеграция с бэкендом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2885040" y="1739520"/>
            <a:ext cx="337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Демонстрация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2918520" y="2592720"/>
            <a:ext cx="3306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Живая демонстрация работы агента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2786040" y="3164400"/>
            <a:ext cx="35715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Контекстный диалог 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Технические детали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CI/CD: GitHub Actions (pytest, mypy, ruff)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Модульная архитектура для расширяемости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Оптимизированные запросы к данным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Минимизация галлюцинаций LLM (в процессе)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Соответствие критериям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Проведён анализ и построены датасеты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Реализован сценарий прогнозирования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Инсайты визуализированы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Оригинальный подход и техническая сложность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Заключение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09480" y="1249560"/>
            <a:ext cx="808308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Функциональный аналитический агент с инструментами прогнозирования и визуализации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09480" y="2022840"/>
            <a:ext cx="808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2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Планы развития: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914400" y="2442600"/>
            <a:ext cx="7619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Дальнейшая работа над сценариями использования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Улучшение точности прогнозов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Оптимизация процессов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14400" y="3429000"/>
            <a:ext cx="7632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  <a:hlinkClick r:id="rId1"/>
              </a:rPr>
              <a:t>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3495960" y="1803960"/>
            <a:ext cx="2151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Спасибо!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119840" y="2581200"/>
            <a:ext cx="903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Вопросы?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3392640" y="3152880"/>
            <a:ext cx="23587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71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github.com/MaxPastukhov15/preparing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LibreOffice/25.8.2.2$Linux_X86_64 LibreOffice_project/580$Build-2</Application>
  <AppVersion>15.0000</AppVersion>
  <Words>0</Words>
  <Paragraphs>0</Paragraphs>
  <Company>Perplexity 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2025-12-05T20:06:04Z</dcterms:created>
  <dc:creator>Perplexity</dc:creator>
  <dc:description/>
  <dc:language>en-US</dc:language>
  <cp:lastModifiedBy/>
  <dcterms:modified xsi:type="dcterms:W3CDTF">2025-12-05T23:34:21Z</dcterms:modified>
  <cp:revision>5</cp:revision>
  <dc:subject>PptxGenJS Presentation</dc:subject>
  <dc:title>Converted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